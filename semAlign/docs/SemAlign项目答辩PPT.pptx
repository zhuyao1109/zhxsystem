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民航多源标准治理系统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E5FF"/>
                </a:solidFill>
              </a:defRPr>
            </a:pPr>
            <a:r>
              <a:t>SemAlign · 中航信标准治理系统</a:t>
            </a:r>
            <a:br/>
            <a:r>
              <a:t>基于大模型的标准语义理解、对齐与高效融合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建设背景与痛点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系统定位与建设目标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总体架构与技术路线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核心功能演示路径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对齐与冲突识别引擎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质量保障与部署运维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实现状态与演进规划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01  建设背景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行业背景与痛点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标准来源多样：PDF、Word、Excel 及历史系统并存，检索困难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分散在个人目录、邮件附件，难以形成企业资产池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表述不一致：同一概念跨标准命名差异大，人工理解成本高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业务人员需反复翻阅原文比对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对齐工作量大：条款级差异、冲突与优先级难以系统化呈现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两套标准并行时，人工逐条比对效率低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治理缺乏闭环：导入、审核、发布、追溯缺少统一平台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标准生命周期与对齐任务状态难以追踪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课题目标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语义理解：文本向量化、混合检索、对齐助手对话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gte-multilingual-base + BM25 + Chroma 混合召回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标准对齐：条款切分、相似度匹配、冲突识别与优先级判定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四层冲突识别流水线 + 规则引擎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高效融合：人工审核发布、映射建议、工作台治理视图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draft → submitted → approved → published 状态机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02  系统定位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系统定位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企业内部标准治理与对齐融合平台（非官方发布系统）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面向标准管理员、业务分析人员、系统管理员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覆盖标准全生命周期：采集 → 解析 → 检索 → 对齐 → 审核发布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用户角色与权限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ACC"/>
                </a:solidFill>
              </a:defRPr>
            </a:pPr>
            <a:r>
              <a:t>普通用户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工作台（只读指标）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标准库浏览与下载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智能检索与问答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查看已发布对齐结果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ACC"/>
                </a:solidFill>
              </a:defRPr>
            </a:pPr>
            <a:r>
              <a:t>管理员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标准导入与批量入库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发起对齐任务与冲突处理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审核发布对齐成果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用户与权限管理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03  总体架构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逻辑架构（四层）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展示层：React SPA — 工作台 / 标准库 / 检索 / 导入 / 对齐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应用服务层：FastAPI — REST API 与业务编排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智能能力层：文档解析、向量检索、条款对齐、LLM 网关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数据资源层：SQLite/PostgreSQL + 文件存储 + Chroma + BM25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ACC"/>
                </a:solidFill>
              </a:defRPr>
            </a:pPr>
            <a:r>
              <a:t>前端 semAlign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React 19 + TypeScript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Vite 6 + React Router 7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Tailwind CSS 4 + Zustand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Recharts 数据可视化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ACC"/>
                </a:solidFill>
              </a:defRPr>
            </a:pPr>
            <a:r>
              <a:t>后端 semAlign_backend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FastAPI + SQLAlchemy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Chroma + LangChain 混合检索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gte-multilingual-base 嵌入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OpenAI 兼容 LLM 网关（DeepSeek 等）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标准入库：上传 → 解析/OCR → 元数据抽取 → 校验 → 入库 → 向量索引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智能检索：关键词 + 元数据 SQL + 向量语义 + BM25 混合召回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标准对齐：选两组标准 → 条款切分 → 配对 → 冲突识别 → 人工决策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审核发布：提交审核 → 批准/驳回 → 发布 → 普通用户可见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04  核心功能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功能模块一览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标准导入：PDF/Excel 上传、解析预览、重复校验、导入历史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标准数据库：列表筛选、详情查看、原文件/解析文本下载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智能检索：元数据 + 全文 + 向量语义，可选 RAG 问答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标准对齐：任务管理、冲突列表、人工 accept/reject/modify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治理工作台：标准总量、月度新增、对齐任务、分类与动态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对齐助手：基于 LLM 的条款解释与策略问答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标准入库流程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POST /api/import/upload — 管理员上传 PDF/Excel（≤20MB）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pdfplumber 文本层优先，乱码时 RapidOCR 回退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抽取 GB/T、ISO 等标准号与元数据，校验重复/无效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写入 standards 表，异步更新 Chroma 向量索引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智能检索引擎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多通路召回：元数据模糊匹配 + Chroma 稠密向量 + BM25 稀疏检索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嵌入模型：gte-multilingual-base，支持中英文混合标准文本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EnsembleRetriever 融合排序，返回相关度与引用来源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可选 RAG：结合检索片段调用 LLM 生成可解释回答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05  对齐与冲突识别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四层冲突识别流水线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第一层 · 召回：候选条款对召回（相似度阈值过滤）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ClauseAligner / fallback 相似度矩阵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第二层 · 智能体分析：原子差异、冲突置信度、权威性评分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layer2_agents 多维度分析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第三层 · 主动探寻：废止/替代关系、引用链 enrichment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layer3_active_seek 标准引用关系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第四层 · 裁决输出：优先级排序、自然语言检测报告、解决方案</a:t>
            </a:r>
          </a:p>
          <a:p>
            <a:pPr lvl="1"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layer4_adjudication 融合为 comparison API 结构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优先级规则引擎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国际标准优先于国内标准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最新修订版本优先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强制性标准优先于推荐性标准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综合性条款与语义置信度加权综合评分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人工决策与审核发布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人工映射：accept / reject / modify + 备注回写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审核状态机：draft → submitted → approved/rejected → published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已发布对齐结果：普通用户只读访问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用户反馈：赞成/反对、修改意见落库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06  质量保障与部署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代码质量保障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SonarQube 9.9 LTS 静态代码分析，质量门禁 6/6 通过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单元测试 124 项，新代码覆盖率 81.8%（≥80%）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安全热点 100% 已审查，0 Bug / 0 漏洞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pytest + coverage.xml 集成 CI 扫描流程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部署架构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Docker Compose 一键部署：frontend + backend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Nginx 反向代理：静态资源 + /api 转发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数据持久化：./semAlign_backend/data 卷挂载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访问地址：http://localhost:8080  |  API 文档 /docs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07  实现状态与规划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实现状态对照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ACC"/>
                </a:solidFill>
              </a:defRPr>
            </a:pPr>
            <a:r>
              <a:t>已实现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前后端分离全栈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PDF/Excel 导入解析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混合检索与向量库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四层对齐冲突流水线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审核发布与权限体系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对齐助手 LLM 对话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Docker 生产部署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ACC"/>
                </a:solidFill>
              </a:defRPr>
            </a:pPr>
            <a:r>
              <a:t>规划中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LangGraph 多智能体编排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Milvus 向量库演进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Neo4j 知识图谱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Scrapy 外部标准采集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独立 Reranker 重排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检索输入联想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演进路线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近期：检索体验增强（Reranker、联想）、OCR 全书覆盖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中期：知识图谱构建、术语关系可视化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远期：LangGraph 编排、多源自动采集、与 OA/ERP 集成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SemAlign 形成「导入—检索—对齐—审核」标准治理闭环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融合规则引擎 + 向量语义 + 大模型，兼顾准确性与可解释性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工程化交付：Docker 部署、Sonar 质量门禁、完整设计文档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为民航数据治理与跨标准合规分析提供可落地的知识底座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B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谢谢聆听 · 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E5FF"/>
                </a:solidFill>
              </a:defRPr>
            </a:pPr>
            <a:r>
              <a:t>SemAlign · 中航信标准治理系统  |  课题组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